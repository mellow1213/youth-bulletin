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9906000" cy="6858000" type="A4"/>
  <p:notesSz cx="6888163" cy="10018713"/>
  <p:embeddedFontLst>
    <p:embeddedFont>
      <p:font typeface="맑은 고딕" panose="020B0503020000020004" pitchFamily="50" charset="-127"/>
      <p:regular r:id="rId5"/>
      <p:bold r:id="rId6"/>
    </p:embeddedFont>
    <p:embeddedFont>
      <p:font typeface="카카오 큰글씨" panose="00000500000000000000" pitchFamily="2" charset="-127"/>
      <p:regular r:id="rId7"/>
      <p:bold r:id="rId8"/>
    </p:embeddedFont>
    <p:embeddedFont>
      <p:font typeface="카카오 큰글씨 ExtraBold" panose="00000800000000000000" pitchFamily="2" charset="-127"/>
      <p:bold r:id="rId9"/>
    </p:embeddedFont>
    <p:embeddedFont>
      <p:font typeface="페이퍼로지 4 Regular" pitchFamily="2" charset="-127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2710" autoAdjust="0"/>
  </p:normalViewPr>
  <p:slideViewPr>
    <p:cSldViewPr snapToGrid="0" snapToObjects="1">
      <p:cViewPr>
        <p:scale>
          <a:sx n="100" d="100"/>
          <a:sy n="100" d="100"/>
        </p:scale>
        <p:origin x="1482" y="138"/>
      </p:cViewPr>
      <p:guideLst>
        <p:guide orient="horz" pos="2159"/>
        <p:guide pos="311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pPr lvl="0"/>
            <a:fld id="{FCD4D222-FE12-46E1-9CCB-A1E0F6D269A9}" type="datetime1">
              <a:rPr lang="ko-KR" altLang="en-US" smtClean="0"/>
              <a:t/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003300" y="1252538"/>
            <a:ext cx="488156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/>
            </a:r>
          </a:p>
          <a:p>
            <a:pPr lvl="1"/>
            <a:r>
              <a:rPr lang="ko-KR" altLang="en-US"/>
              <a:t/>
            </a:r>
          </a:p>
          <a:p>
            <a:pPr lvl="2"/>
            <a:r>
              <a:rPr lang="ko-KR" altLang="en-US"/>
              <a:t/>
            </a:r>
          </a:p>
          <a:p>
            <a:pPr lvl="3"/>
            <a:r>
              <a:rPr lang="ko-KR" altLang="en-US"/>
              <a:t/>
            </a:r>
          </a:p>
          <a:p>
            <a:pPr lvl="4"/>
            <a:r>
              <a:rPr lang="ko-KR" altLang="en-US"/>
              <a:t/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pPr lvl="0"/>
            <a:fld id="{DAB4D626-0C8F-4D9D-9713-0D90C5E5D090}" type="slidenum">
              <a:rPr lang="ko-KR" altLang="en-US" smtClean="0"/>
              <a:t/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2287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4D626-0C8F-4D9D-9713-0D90C5E5D090}" type="slidenum">
              <a:rPr lang="ko-KR" altLang="en-US" smtClean="0"/>
              <a:t/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705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4D626-0C8F-4D9D-9713-0D90C5E5D090}" type="slidenum">
              <a:rPr lang="ko-KR" altLang="en-US" smtClean="0"/>
              <a:t/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439310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B67F-1892-3748-8B6E-877F901F90CA}" type="datetimeFigureOut">
              <a:rPr kumimoji="1" lang="ko-KR" altLang="en-US" smtClean="0"/>
              <a:t>2026-10-17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DD1E-5D45-0E44-B164-160778A432A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5560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B67F-1892-3748-8B6E-877F901F90CA}" type="datetimeFigureOut">
              <a:rPr kumimoji="1" lang="ko-KR" altLang="en-US" smtClean="0"/>
              <a:t>2026-10-17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DD1E-5D45-0E44-B164-160778A432A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143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B67F-1892-3748-8B6E-877F901F90CA}" type="datetimeFigureOut">
              <a:rPr kumimoji="1" lang="ko-KR" altLang="en-US" smtClean="0"/>
              <a:t>2026-10-17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DD1E-5D45-0E44-B164-160778A432A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933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B67F-1892-3748-8B6E-877F901F90CA}" type="datetimeFigureOut">
              <a:rPr kumimoji="1" lang="ko-KR" altLang="en-US" smtClean="0"/>
              <a:t>2026-10-17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DD1E-5D45-0E44-B164-160778A432A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9960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B67F-1892-3748-8B6E-877F901F90CA}" type="datetimeFigureOut">
              <a:rPr kumimoji="1" lang="ko-KR" altLang="en-US" smtClean="0"/>
              <a:t>2026-10-17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DD1E-5D45-0E44-B164-160778A432A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4638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B67F-1892-3748-8B6E-877F901F90CA}" type="datetimeFigureOut">
              <a:rPr kumimoji="1" lang="ko-KR" altLang="en-US" smtClean="0"/>
              <a:t>2026-10-17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DD1E-5D45-0E44-B164-160778A432A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23213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B67F-1892-3748-8B6E-877F901F90CA}" type="datetimeFigureOut">
              <a:rPr kumimoji="1" lang="ko-KR" altLang="en-US" smtClean="0"/>
              <a:t>2026-10-17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DD1E-5D45-0E44-B164-160778A432A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17314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B67F-1892-3748-8B6E-877F901F90CA}" type="datetimeFigureOut">
              <a:rPr kumimoji="1" lang="ko-KR" altLang="en-US" smtClean="0"/>
              <a:t>2026-10-17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DD1E-5D45-0E44-B164-160778A432A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405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B67F-1892-3748-8B6E-877F901F90CA}" type="datetimeFigureOut">
              <a:rPr kumimoji="1" lang="ko-KR" altLang="en-US" smtClean="0"/>
              <a:t>2026-10-17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DD1E-5D45-0E44-B164-160778A432A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67654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B67F-1892-3748-8B6E-877F901F90CA}" type="datetimeFigureOut">
              <a:rPr kumimoji="1" lang="ko-KR" altLang="en-US" smtClean="0"/>
              <a:t>2026-10-17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DD1E-5D45-0E44-B164-160778A432A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26244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B67F-1892-3748-8B6E-877F901F90CA}" type="datetimeFigureOut">
              <a:rPr kumimoji="1" lang="ko-KR" altLang="en-US" smtClean="0"/>
              <a:t>2026-10-17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DD1E-5D45-0E44-B164-160778A432A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92700437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CB67F-1892-3748-8B6E-877F901F90CA}" type="datetimeFigureOut">
              <a:rPr kumimoji="1" lang="ko-KR" altLang="en-US" smtClean="0"/>
              <a:t>2026-10-17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6DD1E-5D45-0E44-B164-160778A432A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4000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그림 58">
            <a:extLst>
              <a:ext uri="{FF2B5EF4-FFF2-40B4-BE49-F238E27FC236}">
                <a16:creationId xmlns:a16="http://schemas.microsoft.com/office/drawing/2014/main" id="{FFA7B210-C147-0977-6346-0A30B684E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67" y="5282846"/>
            <a:ext cx="4318001" cy="25400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2C8864FE-7291-7008-DF99-ED510DBF5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43" y="3103935"/>
            <a:ext cx="1219200" cy="114300"/>
          </a:xfrm>
          <a:prstGeom prst="rect">
            <a:avLst/>
          </a:prstGeom>
        </p:spPr>
      </p:pic>
      <p:sp>
        <p:nvSpPr>
          <p:cNvPr id="61" name="직사각형 60">
            <a:extLst>
              <a:ext uri="{FF2B5EF4-FFF2-40B4-BE49-F238E27FC236}">
                <a16:creationId xmlns:a16="http://schemas.microsoft.com/office/drawing/2014/main" id="{D9FC461A-B8BC-0B40-F746-0B94521E827C}"/>
              </a:ext>
            </a:extLst>
          </p:cNvPr>
          <p:cNvSpPr/>
          <p:nvPr/>
        </p:nvSpPr>
        <p:spPr>
          <a:xfrm>
            <a:off x="382643" y="3263172"/>
            <a:ext cx="4202822" cy="2800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카카오 큰글씨 ExtraBold" panose="00000800000000000000" pitchFamily="2" charset="-127"/>
              <a:ea typeface="카카오 큰글씨 ExtraBold" panose="000008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650" dirty="0">
              <a:solidFill>
                <a:prstClr val="black"/>
              </a:solidFill>
              <a:latin typeface="카카오 큰글씨 ExtraBold" panose="00000800000000000000" pitchFamily="2" charset="-127"/>
              <a:ea typeface="카카오 큰글씨 ExtraBold" panose="00000800000000000000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카카오 큰글씨 ExtraBold" panose="00000800000000000000" pitchFamily="2" charset="-127"/>
              <a:ea typeface="카카오 큰글씨 ExtraBold" panose="00000800000000000000" pitchFamily="2" charset="-127"/>
              <a:cs typeface="+mn-cs"/>
            </a:endParaRPr>
          </a:p>
          <a:p>
            <a:pPr lvl="0">
              <a:defRPr/>
            </a:pPr>
            <a:r>
              <a:rPr lang="en-US" altLang="ko-KR" sz="650" dirty="0">
                <a:solidFill>
                  <a:prstClr val="black"/>
                </a:solidFill>
                <a:latin typeface="카카오 큰글씨 ExtraBold" panose="00000800000000000000" pitchFamily="2" charset="-127"/>
                <a:ea typeface="카카오 큰글씨 ExtraBold" panose="00000800000000000000" pitchFamily="2" charset="-127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87C762-BA04-B5E3-13FB-3BC20179B38F}"/>
              </a:ext>
            </a:extLst>
          </p:cNvPr>
          <p:cNvSpPr txBox="1"/>
          <p:nvPr/>
        </p:nvSpPr>
        <p:spPr>
          <a:xfrm>
            <a:off x="8781759" y="127215"/>
            <a:ext cx="11324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SM3SEMyungJo" panose="02020600000000000000" pitchFamily="18" charset="-127"/>
                <a:ea typeface="SM3SEMyungJo" panose="02020600000000000000" pitchFamily="18" charset="-127"/>
              </a:rPr>
              <a:t>2025</a:t>
            </a:r>
            <a:r>
              <a:rPr lang="ko-KR" altLang="en-US" sz="900" dirty="0">
                <a:latin typeface="SM3SEMyungJo" panose="02020600000000000000" pitchFamily="18" charset="-127"/>
                <a:ea typeface="SM3SEMyungJo" panose="02020600000000000000" pitchFamily="18" charset="-127"/>
              </a:rPr>
              <a:t>년 </a:t>
            </a:r>
            <a:r>
              <a:rPr lang="en-US" altLang="ko-KR" sz="900" dirty="0">
                <a:latin typeface="SM3SEMyungJo" panose="02020600000000000000" pitchFamily="18" charset="-127"/>
                <a:ea typeface="SM3SEMyungJo" panose="02020600000000000000" pitchFamily="18" charset="-127"/>
              </a:rPr>
              <a:t>1</a:t>
            </a:r>
            <a:r>
              <a:rPr lang="ko-KR" altLang="en-US" sz="900" dirty="0">
                <a:latin typeface="SM3SEMyungJo" panose="02020600000000000000" pitchFamily="18" charset="-127"/>
                <a:ea typeface="SM3SEMyungJo" panose="02020600000000000000" pitchFamily="18" charset="-127"/>
              </a:rPr>
              <a:t>월 </a:t>
            </a:r>
            <a:r>
              <a:rPr lang="en-US" altLang="ko-KR" sz="900" dirty="0">
                <a:latin typeface="SM3SEMyungJo" panose="02020600000000000000" pitchFamily="18" charset="-127"/>
                <a:ea typeface="SM3SEMyungJo" panose="02020600000000000000" pitchFamily="18" charset="-127"/>
              </a:rPr>
              <a:t>19</a:t>
            </a:r>
            <a:r>
              <a:rPr lang="ko-KR" altLang="en-US" sz="900" dirty="0">
                <a:latin typeface="SM3SEMyungJo" panose="02020600000000000000" pitchFamily="18" charset="-127"/>
                <a:ea typeface="SM3SEMyungJo" panose="02020600000000000000" pitchFamily="18" charset="-127"/>
              </a:rPr>
              <a:t>일 </a:t>
            </a:r>
            <a:endParaRPr lang="en-US" altLang="ko-KR" sz="900" dirty="0">
              <a:latin typeface="SM3SEMyungJo" panose="02020600000000000000" pitchFamily="18" charset="-127"/>
              <a:ea typeface="SM3SEMyungJo" panose="02020600000000000000" pitchFamily="18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86307" y="803783"/>
            <a:ext cx="4444433" cy="1732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 dirty="0">
                <a:solidFill>
                  <a:srgbClr val="000000"/>
                </a:solidFill>
                <a:latin typeface="카카오 큰글씨 ExtraBold"/>
                <a:ea typeface="카카오 큰글씨 ExtraBold"/>
                <a:cs typeface="카카오 큰글씨 ExtraBold"/>
              </a:rPr>
              <a:t/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3494A838-E5E6-0941-5FCF-F883C2180818}"/>
              </a:ext>
            </a:extLst>
          </p:cNvPr>
          <p:cNvGrpSpPr/>
          <p:nvPr/>
        </p:nvGrpSpPr>
        <p:grpSpPr>
          <a:xfrm>
            <a:off x="392474" y="5627513"/>
            <a:ext cx="4378426" cy="811300"/>
            <a:chOff x="392474" y="5688575"/>
            <a:chExt cx="4607808" cy="930885"/>
          </a:xfrm>
        </p:grpSpPr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0A4FF434-486C-2004-9243-C6EB1916B533}"/>
                </a:ext>
              </a:extLst>
            </p:cNvPr>
            <p:cNvSpPr txBox="1"/>
            <p:nvPr/>
          </p:nvSpPr>
          <p:spPr>
            <a:xfrm>
              <a:off x="392474" y="5688575"/>
              <a:ext cx="852778" cy="230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청년부 예배</a:t>
              </a:r>
              <a:endParaRPr lang="en-US" altLang="ko-KR" sz="9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EC7ABD8-78E6-0842-07BD-7F1C2EDF9F6C}"/>
                </a:ext>
              </a:extLst>
            </p:cNvPr>
            <p:cNvSpPr txBox="1"/>
            <p:nvPr/>
          </p:nvSpPr>
          <p:spPr>
            <a:xfrm>
              <a:off x="1165055" y="5694925"/>
              <a:ext cx="174918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주일 오후 </a:t>
              </a:r>
              <a:r>
                <a:rPr lang="en-US" altLang="ko-KR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1:30 </a:t>
              </a:r>
              <a:r>
                <a:rPr lang="ko-KR" altLang="en-US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교육관</a:t>
              </a:r>
              <a:r>
                <a:rPr lang="en-US" altLang="ko-KR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2</a:t>
              </a:r>
              <a:r>
                <a:rPr lang="ko-KR" altLang="en-US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층 예배실</a:t>
              </a:r>
              <a:endParaRPr lang="en-US" altLang="ko-KR" sz="8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endParaRPr>
            </a:p>
          </p:txBody>
        </p:sp>
        <p:cxnSp>
          <p:nvCxnSpPr>
            <p:cNvPr id="132" name="직선 연결선[R] 6">
              <a:extLst>
                <a:ext uri="{FF2B5EF4-FFF2-40B4-BE49-F238E27FC236}">
                  <a16:creationId xmlns:a16="http://schemas.microsoft.com/office/drawing/2014/main" id="{69D917AD-6E84-7E2B-DE4C-042C00D09A01}"/>
                </a:ext>
              </a:extLst>
            </p:cNvPr>
            <p:cNvCxnSpPr>
              <a:cxnSpLocks/>
            </p:cNvCxnSpPr>
            <p:nvPr/>
          </p:nvCxnSpPr>
          <p:spPr>
            <a:xfrm>
              <a:off x="1240175" y="5804193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연결선[R] 53">
              <a:extLst>
                <a:ext uri="{FF2B5EF4-FFF2-40B4-BE49-F238E27FC236}">
                  <a16:creationId xmlns:a16="http://schemas.microsoft.com/office/drawing/2014/main" id="{6877B249-3315-EF85-0C0E-E7708896FE47}"/>
                </a:ext>
              </a:extLst>
            </p:cNvPr>
            <p:cNvCxnSpPr>
              <a:cxnSpLocks/>
            </p:cNvCxnSpPr>
            <p:nvPr/>
          </p:nvCxnSpPr>
          <p:spPr>
            <a:xfrm>
              <a:off x="1163966" y="5762623"/>
              <a:ext cx="0" cy="87085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직선 연결선[R] 6">
              <a:extLst>
                <a:ext uri="{FF2B5EF4-FFF2-40B4-BE49-F238E27FC236}">
                  <a16:creationId xmlns:a16="http://schemas.microsoft.com/office/drawing/2014/main" id="{C2211577-03A9-7C3A-AAB5-507B748617AA}"/>
                </a:ext>
              </a:extLst>
            </p:cNvPr>
            <p:cNvCxnSpPr>
              <a:cxnSpLocks/>
            </p:cNvCxnSpPr>
            <p:nvPr/>
          </p:nvCxnSpPr>
          <p:spPr>
            <a:xfrm>
              <a:off x="1240175" y="6044334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565E235-2FAE-7FB3-C329-58C4946FE572}"/>
                </a:ext>
              </a:extLst>
            </p:cNvPr>
            <p:cNvSpPr txBox="1"/>
            <p:nvPr/>
          </p:nvSpPr>
          <p:spPr>
            <a:xfrm>
              <a:off x="397551" y="5910370"/>
              <a:ext cx="799761" cy="2648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주  일  예 배</a:t>
              </a:r>
              <a:endParaRPr lang="en-US" altLang="ko-KR" sz="9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B1365DBE-404B-51D5-1EEF-7681D186CC75}"/>
                </a:ext>
              </a:extLst>
            </p:cNvPr>
            <p:cNvSpPr txBox="1"/>
            <p:nvPr/>
          </p:nvSpPr>
          <p:spPr>
            <a:xfrm>
              <a:off x="1157561" y="5923069"/>
              <a:ext cx="1258427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1</a:t>
              </a:r>
              <a:r>
                <a:rPr lang="ko-KR" altLang="en-US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부 오전 </a:t>
              </a:r>
              <a:r>
                <a:rPr lang="en-US" altLang="ko-KR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7:00 </a:t>
              </a:r>
              <a:r>
                <a:rPr lang="ko-KR" altLang="en-US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대 예배실</a:t>
              </a:r>
              <a:endParaRPr lang="en-US" altLang="ko-KR" sz="8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endParaRPr>
            </a:p>
          </p:txBody>
        </p:sp>
        <p:cxnSp>
          <p:nvCxnSpPr>
            <p:cNvPr id="139" name="직선 연결선[R] 6">
              <a:extLst>
                <a:ext uri="{FF2B5EF4-FFF2-40B4-BE49-F238E27FC236}">
                  <a16:creationId xmlns:a16="http://schemas.microsoft.com/office/drawing/2014/main" id="{39FAA571-E839-44C6-827D-DD173AFF1BBE}"/>
                </a:ext>
              </a:extLst>
            </p:cNvPr>
            <p:cNvCxnSpPr>
              <a:cxnSpLocks/>
            </p:cNvCxnSpPr>
            <p:nvPr/>
          </p:nvCxnSpPr>
          <p:spPr>
            <a:xfrm>
              <a:off x="1245252" y="603233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직선 연결선[R] 53">
              <a:extLst>
                <a:ext uri="{FF2B5EF4-FFF2-40B4-BE49-F238E27FC236}">
                  <a16:creationId xmlns:a16="http://schemas.microsoft.com/office/drawing/2014/main" id="{378FD801-DE8A-E0DE-58FE-6304FD4699D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043" y="5990767"/>
              <a:ext cx="0" cy="87085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직선 연결선[R] 6">
              <a:extLst>
                <a:ext uri="{FF2B5EF4-FFF2-40B4-BE49-F238E27FC236}">
                  <a16:creationId xmlns:a16="http://schemas.microsoft.com/office/drawing/2014/main" id="{8CD15FDC-D312-4ACC-2B82-2B83A4B7C185}"/>
                </a:ext>
              </a:extLst>
            </p:cNvPr>
            <p:cNvCxnSpPr>
              <a:cxnSpLocks/>
            </p:cNvCxnSpPr>
            <p:nvPr/>
          </p:nvCxnSpPr>
          <p:spPr>
            <a:xfrm>
              <a:off x="1245252" y="627247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[R] 53">
              <a:extLst>
                <a:ext uri="{FF2B5EF4-FFF2-40B4-BE49-F238E27FC236}">
                  <a16:creationId xmlns:a16="http://schemas.microsoft.com/office/drawing/2014/main" id="{A0EC4467-EB0D-B4AA-B561-F92491428DB1}"/>
                </a:ext>
              </a:extLst>
            </p:cNvPr>
            <p:cNvCxnSpPr>
              <a:cxnSpLocks/>
            </p:cNvCxnSpPr>
            <p:nvPr/>
          </p:nvCxnSpPr>
          <p:spPr>
            <a:xfrm>
              <a:off x="3679267" y="5984417"/>
              <a:ext cx="0" cy="87085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직선 연결선[R] 53">
              <a:extLst>
                <a:ext uri="{FF2B5EF4-FFF2-40B4-BE49-F238E27FC236}">
                  <a16:creationId xmlns:a16="http://schemas.microsoft.com/office/drawing/2014/main" id="{2FDDBF0D-A1D6-9412-51ED-AAE128A768A0}"/>
                </a:ext>
              </a:extLst>
            </p:cNvPr>
            <p:cNvCxnSpPr>
              <a:cxnSpLocks/>
            </p:cNvCxnSpPr>
            <p:nvPr/>
          </p:nvCxnSpPr>
          <p:spPr>
            <a:xfrm>
              <a:off x="2406274" y="5989882"/>
              <a:ext cx="0" cy="87085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EAAF000-7B3E-A841-D367-66948313C6A9}"/>
                </a:ext>
              </a:extLst>
            </p:cNvPr>
            <p:cNvSpPr txBox="1"/>
            <p:nvPr/>
          </p:nvSpPr>
          <p:spPr>
            <a:xfrm>
              <a:off x="2376341" y="5914188"/>
              <a:ext cx="1264630" cy="24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2</a:t>
              </a:r>
              <a:r>
                <a:rPr lang="ko-KR" altLang="en-US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부 오전 </a:t>
              </a:r>
              <a:r>
                <a:rPr lang="en-US" altLang="ko-KR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9:00 </a:t>
              </a:r>
              <a:r>
                <a:rPr lang="ko-KR" altLang="en-US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대 예배실</a:t>
              </a:r>
              <a:endParaRPr lang="en-US" altLang="ko-KR" sz="8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B42284F-3AAC-C218-6C31-94DFC002A696}"/>
                </a:ext>
              </a:extLst>
            </p:cNvPr>
            <p:cNvSpPr txBox="1"/>
            <p:nvPr/>
          </p:nvSpPr>
          <p:spPr>
            <a:xfrm>
              <a:off x="3645985" y="5910370"/>
              <a:ext cx="1354297" cy="24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3</a:t>
              </a:r>
              <a:r>
                <a:rPr lang="ko-KR" altLang="en-US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부 오전 </a:t>
              </a:r>
              <a:r>
                <a:rPr lang="en-US" altLang="ko-KR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11:00 </a:t>
              </a:r>
              <a:r>
                <a:rPr lang="ko-KR" altLang="en-US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대 예배실</a:t>
              </a:r>
              <a:endParaRPr lang="en-US" altLang="ko-KR" sz="8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960F972-EB61-ED26-0BA6-23EE9505869C}"/>
                </a:ext>
              </a:extLst>
            </p:cNvPr>
            <p:cNvSpPr txBox="1"/>
            <p:nvPr/>
          </p:nvSpPr>
          <p:spPr>
            <a:xfrm>
              <a:off x="402627" y="6139984"/>
              <a:ext cx="837545" cy="2648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수  요  예 배</a:t>
              </a:r>
              <a:endParaRPr lang="en-US" altLang="ko-KR" sz="9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B7F1EC3-7463-9CDF-C7B8-008AF978898B}"/>
                </a:ext>
              </a:extLst>
            </p:cNvPr>
            <p:cNvSpPr txBox="1"/>
            <p:nvPr/>
          </p:nvSpPr>
          <p:spPr>
            <a:xfrm>
              <a:off x="1178633" y="6145510"/>
              <a:ext cx="166069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수요일 오후 </a:t>
              </a:r>
              <a:r>
                <a:rPr lang="en-US" altLang="ko-KR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7:30 </a:t>
              </a:r>
              <a:r>
                <a:rPr lang="ko-KR" altLang="en-US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대 예배실</a:t>
              </a:r>
              <a:endParaRPr lang="en-US" altLang="ko-KR" sz="8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endParaRPr>
            </a:p>
          </p:txBody>
        </p:sp>
        <p:cxnSp>
          <p:nvCxnSpPr>
            <p:cNvPr id="148" name="직선 연결선[R] 6">
              <a:extLst>
                <a:ext uri="{FF2B5EF4-FFF2-40B4-BE49-F238E27FC236}">
                  <a16:creationId xmlns:a16="http://schemas.microsoft.com/office/drawing/2014/main" id="{630B7846-5763-2430-143B-49B7487C1116}"/>
                </a:ext>
              </a:extLst>
            </p:cNvPr>
            <p:cNvCxnSpPr>
              <a:cxnSpLocks/>
            </p:cNvCxnSpPr>
            <p:nvPr/>
          </p:nvCxnSpPr>
          <p:spPr>
            <a:xfrm>
              <a:off x="1250329" y="6260481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직선 연결선[R] 53">
              <a:extLst>
                <a:ext uri="{FF2B5EF4-FFF2-40B4-BE49-F238E27FC236}">
                  <a16:creationId xmlns:a16="http://schemas.microsoft.com/office/drawing/2014/main" id="{0C6F8EAD-CC19-1805-4B97-A279CF1CC838}"/>
                </a:ext>
              </a:extLst>
            </p:cNvPr>
            <p:cNvCxnSpPr>
              <a:cxnSpLocks/>
            </p:cNvCxnSpPr>
            <p:nvPr/>
          </p:nvCxnSpPr>
          <p:spPr>
            <a:xfrm>
              <a:off x="1167081" y="6202516"/>
              <a:ext cx="0" cy="87085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직선 연결선[R] 6">
              <a:extLst>
                <a:ext uri="{FF2B5EF4-FFF2-40B4-BE49-F238E27FC236}">
                  <a16:creationId xmlns:a16="http://schemas.microsoft.com/office/drawing/2014/main" id="{69C8C669-63B8-A1E7-880A-EF94B8407E8A}"/>
                </a:ext>
              </a:extLst>
            </p:cNvPr>
            <p:cNvCxnSpPr>
              <a:cxnSpLocks/>
            </p:cNvCxnSpPr>
            <p:nvPr/>
          </p:nvCxnSpPr>
          <p:spPr>
            <a:xfrm>
              <a:off x="1246230" y="648221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999FDF3C-6C9D-73A0-B79B-9D1640B9EB26}"/>
                </a:ext>
              </a:extLst>
            </p:cNvPr>
            <p:cNvSpPr txBox="1"/>
            <p:nvPr/>
          </p:nvSpPr>
          <p:spPr>
            <a:xfrm>
              <a:off x="403606" y="6354604"/>
              <a:ext cx="784201" cy="2648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새  벽  예 배</a:t>
              </a:r>
              <a:endParaRPr lang="en-US" altLang="ko-KR" sz="9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A37B46DC-5515-7A9D-1B71-6334A60AEFF5}"/>
                </a:ext>
              </a:extLst>
            </p:cNvPr>
            <p:cNvSpPr txBox="1"/>
            <p:nvPr/>
          </p:nvSpPr>
          <p:spPr>
            <a:xfrm>
              <a:off x="1178633" y="6360953"/>
              <a:ext cx="166069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새벽 </a:t>
              </a:r>
              <a:r>
                <a:rPr lang="en-US" altLang="ko-KR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5:30 </a:t>
              </a:r>
              <a:r>
                <a:rPr lang="ko-KR" altLang="en-US" sz="800" dirty="0">
                  <a:latin typeface="카카오 큰글씨 ExtraBold" panose="00000800000000000000" pitchFamily="2" charset="-127"/>
                  <a:ea typeface="카카오 큰글씨 ExtraBold" panose="00000800000000000000" pitchFamily="2" charset="-127"/>
                </a:rPr>
                <a:t>대 예배실</a:t>
              </a:r>
              <a:endParaRPr lang="en-US" altLang="ko-KR" sz="8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endParaRPr>
            </a:p>
          </p:txBody>
        </p:sp>
        <p:cxnSp>
          <p:nvCxnSpPr>
            <p:cNvPr id="153" name="직선 연결선[R] 6">
              <a:extLst>
                <a:ext uri="{FF2B5EF4-FFF2-40B4-BE49-F238E27FC236}">
                  <a16:creationId xmlns:a16="http://schemas.microsoft.com/office/drawing/2014/main" id="{C266BB95-017B-61A0-7A1D-AE9B2B725652}"/>
                </a:ext>
              </a:extLst>
            </p:cNvPr>
            <p:cNvCxnSpPr>
              <a:cxnSpLocks/>
            </p:cNvCxnSpPr>
            <p:nvPr/>
          </p:nvCxnSpPr>
          <p:spPr>
            <a:xfrm>
              <a:off x="1251307" y="6470221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[R] 53">
              <a:extLst>
                <a:ext uri="{FF2B5EF4-FFF2-40B4-BE49-F238E27FC236}">
                  <a16:creationId xmlns:a16="http://schemas.microsoft.com/office/drawing/2014/main" id="{436638D3-04F0-D138-4ED4-E5F9D93B3F2E}"/>
                </a:ext>
              </a:extLst>
            </p:cNvPr>
            <p:cNvCxnSpPr>
              <a:cxnSpLocks/>
            </p:cNvCxnSpPr>
            <p:nvPr/>
          </p:nvCxnSpPr>
          <p:spPr>
            <a:xfrm>
              <a:off x="1170064" y="6428651"/>
              <a:ext cx="0" cy="87085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931AF5AA-7F85-6991-92B7-750B15DCD01F}"/>
              </a:ext>
            </a:extLst>
          </p:cNvPr>
          <p:cNvGrpSpPr/>
          <p:nvPr/>
        </p:nvGrpSpPr>
        <p:grpSpPr>
          <a:xfrm>
            <a:off x="325385" y="3603633"/>
            <a:ext cx="4318000" cy="262851"/>
            <a:chOff x="303160" y="3952883"/>
            <a:chExt cx="4318000" cy="262851"/>
          </a:xfrm>
        </p:grpSpPr>
        <p:grpSp>
          <p:nvGrpSpPr>
            <p:cNvPr id="156" name="그룹 155">
              <a:extLst>
                <a:ext uri="{FF2B5EF4-FFF2-40B4-BE49-F238E27FC236}">
                  <a16:creationId xmlns:a16="http://schemas.microsoft.com/office/drawing/2014/main" id="{E78D588A-E8F9-3042-13C1-30570608EA14}"/>
                </a:ext>
              </a:extLst>
            </p:cNvPr>
            <p:cNvGrpSpPr/>
            <p:nvPr/>
          </p:nvGrpSpPr>
          <p:grpSpPr>
            <a:xfrm>
              <a:off x="303160" y="3961734"/>
              <a:ext cx="4318000" cy="254000"/>
              <a:chOff x="303160" y="3961734"/>
              <a:chExt cx="4318000" cy="254000"/>
            </a:xfrm>
          </p:grpSpPr>
          <p:pic>
            <p:nvPicPr>
              <p:cNvPr id="158" name="그림 157">
                <a:extLst>
                  <a:ext uri="{FF2B5EF4-FFF2-40B4-BE49-F238E27FC236}">
                    <a16:creationId xmlns:a16="http://schemas.microsoft.com/office/drawing/2014/main" id="{B724DF9F-BEAA-F7B3-49C7-A02AEB070E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3160" y="3961734"/>
                <a:ext cx="4318000" cy="254000"/>
              </a:xfrm>
              <a:prstGeom prst="rect">
                <a:avLst/>
              </a:prstGeom>
            </p:spPr>
          </p:pic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04C704D8-7FE3-F5DD-78E4-E38D49B6A94F}"/>
                  </a:ext>
                </a:extLst>
              </p:cNvPr>
              <p:cNvSpPr/>
              <p:nvPr/>
            </p:nvSpPr>
            <p:spPr>
              <a:xfrm>
                <a:off x="382643" y="3985946"/>
                <a:ext cx="947682" cy="197678"/>
              </a:xfrm>
              <a:prstGeom prst="rect">
                <a:avLst/>
              </a:prstGeom>
              <a:solidFill>
                <a:srgbClr val="46587A"/>
              </a:solidFill>
              <a:ln>
                <a:solidFill>
                  <a:srgbClr val="4658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72E89C11-7698-7355-7C9C-0C734D09A5A7}"/>
                </a:ext>
              </a:extLst>
            </p:cNvPr>
            <p:cNvSpPr txBox="1"/>
            <p:nvPr/>
          </p:nvSpPr>
          <p:spPr>
            <a:xfrm>
              <a:off x="360418" y="3952883"/>
              <a:ext cx="219180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5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2026 </a:t>
              </a:r>
              <a:r>
                <a:rPr lang="ko-KR" altLang="en-US" sz="105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셀 편성</a:t>
              </a:r>
            </a:p>
          </p:txBody>
        </p:sp>
      </p:grp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233CD7F7-167D-08B4-A3B6-31F213001905}"/>
              </a:ext>
            </a:extLst>
          </p:cNvPr>
          <p:cNvSpPr/>
          <p:nvPr/>
        </p:nvSpPr>
        <p:spPr>
          <a:xfrm>
            <a:off x="397551" y="5299106"/>
            <a:ext cx="684852" cy="188767"/>
          </a:xfrm>
          <a:prstGeom prst="rect">
            <a:avLst/>
          </a:prstGeom>
          <a:solidFill>
            <a:srgbClr val="46587A"/>
          </a:solidFill>
          <a:ln>
            <a:solidFill>
              <a:srgbClr val="4658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99866BF-D7B3-337A-B1FA-34C0CA03F81A}"/>
              </a:ext>
            </a:extLst>
          </p:cNvPr>
          <p:cNvSpPr txBox="1"/>
          <p:nvPr/>
        </p:nvSpPr>
        <p:spPr>
          <a:xfrm>
            <a:off x="378906" y="5272499"/>
            <a:ext cx="219180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예배 안내</a:t>
            </a:r>
          </a:p>
        </p:txBody>
      </p:sp>
      <p:pic>
        <p:nvPicPr>
          <p:cNvPr id="177" name="그림 176" descr="텍스트, 스크린샷, 그래픽 디자인, 디자인이(가) 표시된 사진&#10;&#10;자동 생성된 설명">
            <a:extLst>
              <a:ext uri="{FF2B5EF4-FFF2-40B4-BE49-F238E27FC236}">
                <a16:creationId xmlns:a16="http://schemas.microsoft.com/office/drawing/2014/main" id="{8BDDBD7C-175D-E3E0-F06D-D95CAE7E4D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0" y="0"/>
            <a:ext cx="4961200" cy="6858000"/>
          </a:xfrm>
          <a:prstGeom prst="rect">
            <a:avLst/>
          </a:prstGeom>
        </p:spPr>
      </p:pic>
      <p:sp>
        <p:nvSpPr>
          <p:cNvPr id="178" name="TextBox 177">
            <a:extLst>
              <a:ext uri="{FF2B5EF4-FFF2-40B4-BE49-F238E27FC236}">
                <a16:creationId xmlns:a16="http://schemas.microsoft.com/office/drawing/2014/main" id="{83C699C7-1008-7FBD-1FE9-407F93F5D777}"/>
              </a:ext>
            </a:extLst>
          </p:cNvPr>
          <p:cNvSpPr txBox="1"/>
          <p:nvPr/>
        </p:nvSpPr>
        <p:spPr>
          <a:xfrm>
            <a:off x="4952999" y="241708"/>
            <a:ext cx="113244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b="1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2026-10-11</a:t>
            </a: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0C223221-6EE2-8628-44CC-F83684E4FBAF}"/>
              </a:ext>
            </a:extLst>
          </p:cNvPr>
          <p:cNvGrpSpPr/>
          <p:nvPr/>
        </p:nvGrpSpPr>
        <p:grpSpPr>
          <a:xfrm>
            <a:off x="259408" y="410224"/>
            <a:ext cx="4383646" cy="268705"/>
            <a:chOff x="259408" y="410224"/>
            <a:chExt cx="4383646" cy="268705"/>
          </a:xfrm>
        </p:grpSpPr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402FBDC1-671B-005F-65B7-AB43BF85D10F}"/>
                </a:ext>
              </a:extLst>
            </p:cNvPr>
            <p:cNvGrpSpPr/>
            <p:nvPr/>
          </p:nvGrpSpPr>
          <p:grpSpPr>
            <a:xfrm>
              <a:off x="325053" y="424929"/>
              <a:ext cx="4318001" cy="254000"/>
              <a:chOff x="325053" y="424929"/>
              <a:chExt cx="4318001" cy="254000"/>
            </a:xfrm>
          </p:grpSpPr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67CD0C91-01C6-E700-F853-E94EF9B017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5053" y="424929"/>
                <a:ext cx="4318001" cy="254000"/>
              </a:xfrm>
              <a:prstGeom prst="rect">
                <a:avLst/>
              </a:prstGeom>
            </p:spPr>
          </p:pic>
          <p:sp>
            <p:nvSpPr>
              <p:cNvPr id="183" name="순서도: 지연 182">
                <a:extLst>
                  <a:ext uri="{FF2B5EF4-FFF2-40B4-BE49-F238E27FC236}">
                    <a16:creationId xmlns:a16="http://schemas.microsoft.com/office/drawing/2014/main" id="{DF15D079-B5B6-01F5-AD1A-371AD82D7C32}"/>
                  </a:ext>
                </a:extLst>
              </p:cNvPr>
              <p:cNvSpPr/>
              <p:nvPr/>
            </p:nvSpPr>
            <p:spPr>
              <a:xfrm rot="10800000">
                <a:off x="362483" y="437261"/>
                <a:ext cx="795077" cy="229819"/>
              </a:xfrm>
              <a:prstGeom prst="flowChartDelay">
                <a:avLst/>
              </a:prstGeom>
              <a:solidFill>
                <a:srgbClr val="46587A"/>
              </a:solidFill>
              <a:ln>
                <a:solidFill>
                  <a:srgbClr val="46587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A470E2ED-57AF-0FCF-5B7C-4B84C2B247A1}"/>
                </a:ext>
              </a:extLst>
            </p:cNvPr>
            <p:cNvSpPr txBox="1"/>
            <p:nvPr/>
          </p:nvSpPr>
          <p:spPr>
            <a:xfrm>
              <a:off x="259408" y="410224"/>
              <a:ext cx="73283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광고</a:t>
              </a:r>
              <a:endParaRPr lang="en-US" altLang="ko-KR" sz="11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43AA11B-33DF-A65E-D85E-5F58CCB43EFF}"/>
              </a:ext>
            </a:extLst>
          </p:cNvPr>
          <p:cNvSpPr txBox="1"/>
          <p:nvPr/>
        </p:nvSpPr>
        <p:spPr>
          <a:xfrm>
            <a:off x="398201" y="3877006"/>
            <a:ext cx="3818993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 err="1">
                <a:latin typeface="카카오 큰글씨 ExtraBold" panose="00000800000000000000" pitchFamily="2" charset="-127"/>
                <a:ea typeface="카카오 큰글씨 ExtraBold" panose="00000800000000000000" pitchFamily="2" charset="-127"/>
              </a:rPr>
              <a:t>셀장1 셀</a:t>
            </a:r>
            <a:r>
              <a:rPr lang="ko-KR" altLang="en-US" sz="9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rPr>
              <a:t>                                   셀장2 셀                                     셀장3 셀            </a:t>
            </a:r>
            <a:endParaRPr lang="en-US" altLang="ko-KR" sz="900" dirty="0">
              <a:latin typeface="카카오 큰글씨 ExtraBold" panose="00000800000000000000" pitchFamily="2" charset="-127"/>
              <a:ea typeface="카카오 큰글씨 ExtraBold" panose="00000800000000000000" pitchFamily="2" charset="-127"/>
            </a:endParaRPr>
          </a:p>
          <a:p>
            <a:endParaRPr lang="en-US" altLang="ko-KR" sz="100" dirty="0">
              <a:latin typeface="카카오 큰글씨" panose="00000500000000000000" pitchFamily="2" charset="-127"/>
              <a:ea typeface="카카오 큰글씨" panose="00000500000000000000" pitchFamily="2" charset="-127"/>
            </a:endParaRPr>
          </a:p>
          <a:p>
            <a:r>
              <a:rPr lang="ko-KR" altLang="en-US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등록4</a:t>
            </a:r>
            <a:r>
              <a:rPr lang="en-US" altLang="ko-KR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등록5</a:t>
            </a:r>
            <a:r>
              <a:rPr lang="en-US" altLang="ko-KR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 err="1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등록6</a:t>
            </a:r>
            <a:r>
              <a:rPr lang="en-US" altLang="ko-KR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 err="1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등록7</a:t>
            </a:r>
            <a:r>
              <a:rPr lang="ko-KR" altLang="en-US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         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등록8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등록9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등록10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등록11           등록12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등록13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dirty="0" err="1">
                <a:latin typeface="페이퍼로지 4 Regular" pitchFamily="2" charset="-127"/>
                <a:ea typeface="페이퍼로지 4 Regular" pitchFamily="2" charset="-127"/>
              </a:rPr>
              <a:t>등록14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등록15</a:t>
            </a:r>
            <a:endParaRPr lang="en-US" altLang="ko-KR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등록16</a:t>
            </a:r>
            <a:r>
              <a:rPr lang="en-US" altLang="ko-KR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 err="1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등록17</a:t>
            </a:r>
            <a:r>
              <a:rPr lang="en-US" altLang="ko-KR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 err="1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등록18</a:t>
            </a:r>
            <a:r>
              <a:rPr lang="en-US" altLang="ko-KR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등록19         </a:t>
            </a:r>
            <a:r>
              <a:rPr lang="en-US" altLang="ko-KR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등록20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등록21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등록22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등록23</a:t>
            </a:r>
            <a:endParaRPr lang="en-US" altLang="ko-KR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                                                                  </a:t>
            </a:r>
          </a:p>
          <a:p>
            <a:r>
              <a:rPr lang="ko-KR" altLang="en-US" sz="900" dirty="0" err="1">
                <a:latin typeface="카카오 큰글씨 ExtraBold" panose="00000800000000000000" pitchFamily="2" charset="-127"/>
                <a:ea typeface="카카오 큰글씨 ExtraBold" panose="00000800000000000000" pitchFamily="2" charset="-127"/>
              </a:rPr>
              <a:t>셀장4 셀</a:t>
            </a:r>
            <a:r>
              <a:rPr lang="ko-KR" altLang="en-US" sz="9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rPr>
              <a:t>                                   </a:t>
            </a:r>
            <a:r>
              <a:rPr lang="ko-KR" altLang="en-US" sz="900" dirty="0" err="1">
                <a:latin typeface="카카오 큰글씨 ExtraBold" panose="00000800000000000000" pitchFamily="2" charset="-127"/>
                <a:ea typeface="카카오 큰글씨 ExtraBold" panose="00000800000000000000" pitchFamily="2" charset="-127"/>
              </a:rPr>
              <a:t>셀장5 셀</a:t>
            </a:r>
            <a:r>
              <a:rPr lang="ko-KR" altLang="en-US" sz="9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rPr>
              <a:t>                                   </a:t>
            </a:r>
            <a:r>
              <a:rPr lang="ko-KR" altLang="en-US" sz="900" dirty="0" err="1">
                <a:latin typeface="카카오 큰글씨 ExtraBold" panose="00000800000000000000" pitchFamily="2" charset="-127"/>
                <a:ea typeface="카카오 큰글씨 ExtraBold" panose="00000800000000000000" pitchFamily="2" charset="-127"/>
              </a:rPr>
              <a:t>셀장6 셀</a:t>
            </a:r>
            <a:r>
              <a:rPr lang="ko-KR" altLang="en-US" sz="9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rPr>
              <a:t/>
            </a:r>
            <a:r>
              <a:rPr lang="ko-KR" altLang="en-US" sz="8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rPr>
              <a:t>            </a:t>
            </a:r>
            <a:endParaRPr lang="en-US" altLang="ko-KR" sz="800" dirty="0">
              <a:latin typeface="카카오 큰글씨 ExtraBold" panose="00000800000000000000" pitchFamily="2" charset="-127"/>
              <a:ea typeface="카카오 큰글씨 ExtraBold" panose="00000800000000000000" pitchFamily="2" charset="-127"/>
            </a:endParaRPr>
          </a:p>
          <a:p>
            <a:endParaRPr lang="en-US" altLang="ko-KR" sz="100" dirty="0">
              <a:latin typeface="카카오 큰글씨" panose="00000500000000000000" pitchFamily="2" charset="-127"/>
              <a:ea typeface="카카오 큰글씨" panose="00000500000000000000" pitchFamily="2" charset="-127"/>
            </a:endParaRPr>
          </a:p>
          <a:p>
            <a:r>
              <a:rPr lang="ko-KR" altLang="en-US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등록27</a:t>
            </a:r>
            <a:r>
              <a:rPr lang="en-US" altLang="ko-KR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등록28</a:t>
            </a:r>
            <a:r>
              <a:rPr lang="en-US" altLang="ko-KR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등록29</a:t>
            </a:r>
            <a:r>
              <a:rPr lang="en-US" altLang="ko-KR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등록30          등록31</a:t>
            </a:r>
            <a:r>
              <a:rPr lang="en-US" altLang="ko-KR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등록32</a:t>
            </a:r>
            <a:r>
              <a:rPr lang="en-US" altLang="ko-KR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 err="1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등록33</a:t>
            </a:r>
            <a:r>
              <a:rPr lang="en-US" altLang="ko-KR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등록34          등록35</a:t>
            </a:r>
            <a:r>
              <a:rPr lang="en-US" altLang="ko-KR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 err="1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등록36</a:t>
            </a:r>
            <a:r>
              <a:rPr lang="en-US" altLang="ko-KR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등록37</a:t>
            </a:r>
            <a:r>
              <a:rPr lang="en-US" altLang="ko-KR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</a:t>
            </a:r>
            <a:r>
              <a:rPr lang="ko-KR" altLang="en-US" sz="7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 </a:t>
            </a:r>
            <a:r>
              <a:rPr lang="ko-KR" altLang="en-US" sz="700" dirty="0" err="1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등록38</a:t>
            </a:r>
            <a:endParaRPr lang="en-US" altLang="ko-KR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lvl="0"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카카오 큰글씨" panose="00000500000000000000" pitchFamily="2" charset="-127"/>
                <a:ea typeface="카카오 큰글씨" panose="00000500000000000000" pitchFamily="2" charset="-127"/>
                <a:cs typeface="+mn-cs"/>
              </a:rPr>
              <a:t>등록39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카카오 큰글씨" panose="00000500000000000000" pitchFamily="2" charset="-127"/>
                <a:ea typeface="카카오 큰글씨" panose="00000500000000000000" pitchFamily="2" charset="-127"/>
                <a:cs typeface="+mn-cs"/>
              </a:rPr>
              <a:t>, </a:t>
            </a:r>
            <a:r>
              <a:rPr lang="ko-KR" altLang="en-US" sz="700" dirty="0" err="1">
                <a:solidFill>
                  <a:prstClr val="black"/>
                </a:solidFill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등록40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카카오 큰글씨" panose="00000500000000000000" pitchFamily="2" charset="-127"/>
                <a:ea typeface="카카오 큰글씨" panose="00000500000000000000" pitchFamily="2" charset="-127"/>
                <a:cs typeface="+mn-cs"/>
              </a:rPr>
              <a:t>, </a:t>
            </a:r>
            <a:r>
              <a:rPr lang="ko-KR" altLang="en-US" sz="700" dirty="0">
                <a:solidFill>
                  <a:prstClr val="black"/>
                </a:solidFill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등록41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카카오 큰글씨" panose="00000500000000000000" pitchFamily="2" charset="-127"/>
                <a:ea typeface="카카오 큰글씨" panose="00000500000000000000" pitchFamily="2" charset="-127"/>
                <a:cs typeface="+mn-cs"/>
              </a:rPr>
              <a:t>, </a:t>
            </a:r>
            <a:r>
              <a:rPr lang="ko-KR" altLang="en-US" sz="700" dirty="0">
                <a:solidFill>
                  <a:prstClr val="black"/>
                </a:solidFill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등록42          등록43</a:t>
            </a:r>
            <a:r>
              <a:rPr lang="en-US" altLang="ko-KR" sz="700" dirty="0">
                <a:solidFill>
                  <a:prstClr val="black"/>
                </a:solidFill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 err="1">
                <a:solidFill>
                  <a:prstClr val="black"/>
                </a:solidFill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등록44</a:t>
            </a:r>
            <a:r>
              <a:rPr lang="en-US" altLang="ko-KR" sz="700" dirty="0">
                <a:solidFill>
                  <a:prstClr val="black"/>
                </a:solidFill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 err="1">
                <a:solidFill>
                  <a:prstClr val="black"/>
                </a:solidFill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등록45</a:t>
            </a:r>
            <a:r>
              <a:rPr lang="en-US" altLang="ko-KR" sz="700" dirty="0">
                <a:solidFill>
                  <a:prstClr val="black"/>
                </a:solidFill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>
                <a:solidFill>
                  <a:prstClr val="black"/>
                </a:solidFill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등록46          </a:t>
            </a:r>
            <a:r>
              <a:rPr lang="ko-KR" altLang="en-US" sz="700" dirty="0" err="1">
                <a:solidFill>
                  <a:prstClr val="black"/>
                </a:solidFill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등록47</a:t>
            </a:r>
            <a:r>
              <a:rPr lang="en-US" altLang="ko-KR" sz="700" dirty="0">
                <a:solidFill>
                  <a:prstClr val="black"/>
                </a:solidFill>
                <a:latin typeface="카카오 큰글씨" panose="00000500000000000000" pitchFamily="2" charset="-127"/>
                <a:ea typeface="카카오 큰글씨" panose="00000500000000000000" pitchFamily="2" charset="-127"/>
              </a:rPr>
              <a:t>, </a:t>
            </a:r>
            <a:r>
              <a:rPr lang="ko-KR" altLang="en-US" sz="700" dirty="0" err="1">
                <a:solidFill>
                  <a:prstClr val="black"/>
                </a:solidFill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등록48</a:t>
            </a:r>
            <a:r>
              <a:rPr lang="en-US" altLang="ko-KR" sz="700" dirty="0">
                <a:solidFill>
                  <a:prstClr val="black"/>
                </a:solidFill>
                <a:latin typeface="카카오 큰글씨" panose="00000500000000000000" pitchFamily="2" charset="-127"/>
                <a:ea typeface="카카오 큰글씨" panose="00000500000000000000" pitchFamily="2" charset="-127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카카오 큰글씨" panose="00000500000000000000" pitchFamily="2" charset="-127"/>
                <a:ea typeface="카카오 큰글씨" panose="00000500000000000000" pitchFamily="2" charset="-127"/>
                <a:cs typeface="+mn-cs"/>
              </a:rPr>
              <a:t>등록49                                                      </a:t>
            </a:r>
            <a:r>
              <a:rPr lang="ko-KR" altLang="en-US" sz="700" dirty="0">
                <a:solidFill>
                  <a:prstClr val="black"/>
                </a:solidFill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등록50</a:t>
            </a: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카카오 큰글씨" panose="00000500000000000000" pitchFamily="2" charset="-127"/>
                <a:ea typeface="카카오 큰글씨" panose="00000500000000000000" pitchFamily="2" charset="-127"/>
                <a:cs typeface="+mn-cs"/>
              </a:rPr>
              <a:t/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카카오 큰글씨" panose="00000500000000000000" pitchFamily="2" charset="-127"/>
              <a:ea typeface="카카오 큰글씨" panose="00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00" dirty="0">
              <a:solidFill>
                <a:prstClr val="black"/>
              </a:solidFill>
              <a:latin typeface="카카오 큰글씨" panose="00000500000000000000" pitchFamily="2" charset="-127"/>
              <a:ea typeface="카카오 큰글씨" panose="00000500000000000000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카카오 큰글씨 ExtraBold" panose="00000800000000000000" pitchFamily="2" charset="-127"/>
                <a:ea typeface="카카오 큰글씨 ExtraBold" panose="00000800000000000000" pitchFamily="2" charset="-127"/>
                <a:cs typeface="+mn-cs"/>
              </a:rPr>
              <a:t>군 복무 중 청년</a:t>
            </a:r>
            <a:endParaRPr lang="en-US" altLang="ko-KR" sz="700" dirty="0">
              <a:latin typeface="카카오 큰글씨" panose="00000500000000000000" pitchFamily="2" charset="-127"/>
              <a:ea typeface="카카오 큰글씨" panose="00000500000000000000" pitchFamily="2" charset="-127"/>
            </a:endParaRPr>
          </a:p>
          <a:p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카카오 큰글씨" panose="00000500000000000000" pitchFamily="2" charset="-127"/>
                <a:ea typeface="카카오 큰글씨" panose="00000500000000000000" pitchFamily="2" charset="-127"/>
                <a:cs typeface="+mn-cs"/>
              </a:rPr>
              <a:t>등록52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카카오 큰글씨" panose="00000500000000000000" pitchFamily="2" charset="-127"/>
                <a:ea typeface="카카오 큰글씨" panose="00000500000000000000" pitchFamily="2" charset="-127"/>
                <a:cs typeface="+mn-cs"/>
              </a:rPr>
              <a:t>, 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카카오 큰글씨" panose="00000500000000000000" pitchFamily="2" charset="-127"/>
                <a:ea typeface="카카오 큰글씨" panose="00000500000000000000" pitchFamily="2" charset="-127"/>
                <a:cs typeface="+mn-cs"/>
              </a:rPr>
              <a:t>등록53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카카오 큰글씨" panose="00000500000000000000" pitchFamily="2" charset="-127"/>
                <a:ea typeface="카카오 큰글씨" panose="00000500000000000000" pitchFamily="2" charset="-127"/>
                <a:cs typeface="+mn-cs"/>
              </a:rPr>
              <a:t>, 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카카오 큰글씨" panose="00000500000000000000" pitchFamily="2" charset="-127"/>
                <a:ea typeface="카카오 큰글씨" panose="00000500000000000000" pitchFamily="2" charset="-127"/>
                <a:cs typeface="+mn-cs"/>
              </a:rPr>
              <a:t>등록54</a:t>
            </a:r>
            <a:endParaRPr lang="en-US" altLang="ko-KR" sz="900" dirty="0">
              <a:latin typeface="카카오 큰글씨 ExtraBold" panose="00000800000000000000" pitchFamily="2" charset="-127"/>
              <a:ea typeface="카카오 큰글씨 Extra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6253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직사각형 54">
            <a:extLst>
              <a:ext uri="{FF2B5EF4-FFF2-40B4-BE49-F238E27FC236}">
                <a16:creationId xmlns:a16="http://schemas.microsoft.com/office/drawing/2014/main" id="{221A14C8-C0AF-D1EC-A534-73D8BC86B8E6}"/>
              </a:ext>
            </a:extLst>
          </p:cNvPr>
          <p:cNvSpPr>
            <a:spLocks noChangeAspect="1"/>
          </p:cNvSpPr>
          <p:nvPr/>
        </p:nvSpPr>
        <p:spPr>
          <a:xfrm>
            <a:off x="1962747" y="4257682"/>
            <a:ext cx="1146710" cy="2160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4AB64749-2783-E6E5-1351-75DC28B84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67" y="361853"/>
            <a:ext cx="4318000" cy="2540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ACEC1A19-1B54-06BD-6359-6BBA0B887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15" y="5313563"/>
            <a:ext cx="4318000" cy="254000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6E87693C-35D9-D630-2112-3B787E6FD2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1677" y="1209953"/>
            <a:ext cx="2090801" cy="38481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AE9DC620-937A-B578-FBFC-2E7C20DC8625}"/>
              </a:ext>
            </a:extLst>
          </p:cNvPr>
          <p:cNvSpPr txBox="1">
            <a:spLocks noChangeAspect="1"/>
          </p:cNvSpPr>
          <p:nvPr/>
        </p:nvSpPr>
        <p:spPr>
          <a:xfrm>
            <a:off x="402568" y="1106156"/>
            <a:ext cx="11196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ko-KR" altLang="en-US" sz="1200" spc="-100" dirty="0">
                <a:latin typeface="페이퍼로지 4 Regular" pitchFamily="2" charset="-127"/>
                <a:ea typeface="페이퍼로지 4 Regular" pitchFamily="2" charset="-127"/>
              </a:rPr>
              <a:t>공 동 기 도</a:t>
            </a:r>
            <a:endParaRPr lang="en-US" altLang="ko-KR" sz="1200" spc="-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6901FF9-6AAB-6A41-F961-374EF0A9B4D4}"/>
              </a:ext>
            </a:extLst>
          </p:cNvPr>
          <p:cNvSpPr txBox="1">
            <a:spLocks noChangeAspect="1"/>
          </p:cNvSpPr>
          <p:nvPr/>
        </p:nvSpPr>
        <p:spPr>
          <a:xfrm>
            <a:off x="402568" y="1441938"/>
            <a:ext cx="1119647" cy="27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사도신경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C465F2-5A17-984D-55EC-197E99C29049}"/>
              </a:ext>
            </a:extLst>
          </p:cNvPr>
          <p:cNvSpPr txBox="1">
            <a:spLocks noChangeAspect="1"/>
          </p:cNvSpPr>
          <p:nvPr/>
        </p:nvSpPr>
        <p:spPr>
          <a:xfrm>
            <a:off x="402568" y="1795999"/>
            <a:ext cx="1119647" cy="27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경배와 찬양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9721AF4-6E1A-F232-A3B9-CC0FA3D30598}"/>
              </a:ext>
            </a:extLst>
          </p:cNvPr>
          <p:cNvSpPr txBox="1">
            <a:spLocks noChangeAspect="1"/>
          </p:cNvSpPr>
          <p:nvPr/>
        </p:nvSpPr>
        <p:spPr>
          <a:xfrm>
            <a:off x="398471" y="2554236"/>
            <a:ext cx="1119647" cy="27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성경봉독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7DA56BF-37B1-4777-F5F0-AEA817C25D8A}"/>
              </a:ext>
            </a:extLst>
          </p:cNvPr>
          <p:cNvSpPr txBox="1">
            <a:spLocks noChangeAspect="1"/>
          </p:cNvSpPr>
          <p:nvPr/>
        </p:nvSpPr>
        <p:spPr>
          <a:xfrm>
            <a:off x="386654" y="2981721"/>
            <a:ext cx="1119647" cy="27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오늘의 말씀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BA1A6FA-1998-6C6C-B879-4BFB18896A12}"/>
              </a:ext>
            </a:extLst>
          </p:cNvPr>
          <p:cNvSpPr txBox="1">
            <a:spLocks noChangeAspect="1"/>
          </p:cNvSpPr>
          <p:nvPr/>
        </p:nvSpPr>
        <p:spPr>
          <a:xfrm>
            <a:off x="398181" y="3851323"/>
            <a:ext cx="1065980" cy="27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결단의시간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710898AA-7EAB-6EF4-33F0-D2FE3F11C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1677" y="1544966"/>
            <a:ext cx="2090801" cy="38481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D539776F-BE74-57FC-E8BA-40DC847867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1677" y="1890618"/>
            <a:ext cx="2090801" cy="38481"/>
          </a:xfrm>
          <a:prstGeom prst="rect">
            <a:avLst/>
          </a:prstGeom>
        </p:spPr>
      </p:pic>
      <p:pic>
        <p:nvPicPr>
          <p:cNvPr id="86" name="그림 85">
            <a:extLst>
              <a:ext uri="{FF2B5EF4-FFF2-40B4-BE49-F238E27FC236}">
                <a16:creationId xmlns:a16="http://schemas.microsoft.com/office/drawing/2014/main" id="{8971BA17-AA9F-25F6-5731-955915C5F3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5763" y="3094400"/>
            <a:ext cx="2090801" cy="38481"/>
          </a:xfrm>
          <a:prstGeom prst="rect">
            <a:avLst/>
          </a:prstGeom>
        </p:spPr>
      </p:pic>
      <p:pic>
        <p:nvPicPr>
          <p:cNvPr id="88" name="그림 87">
            <a:extLst>
              <a:ext uri="{FF2B5EF4-FFF2-40B4-BE49-F238E27FC236}">
                <a16:creationId xmlns:a16="http://schemas.microsoft.com/office/drawing/2014/main" id="{69E47A93-A0F2-C0A3-A27C-A81B3759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289" y="3943182"/>
            <a:ext cx="2090801" cy="38481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C3FFF9E9-AE21-F557-CD46-6513329CC1CA}"/>
              </a:ext>
            </a:extLst>
          </p:cNvPr>
          <p:cNvSpPr txBox="1">
            <a:spLocks noChangeAspect="1"/>
          </p:cNvSpPr>
          <p:nvPr/>
        </p:nvSpPr>
        <p:spPr>
          <a:xfrm>
            <a:off x="3601777" y="1106156"/>
            <a:ext cx="11196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다    </a:t>
            </a:r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같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   이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B73E6DC-FF85-887F-4863-C6E544E427A4}"/>
              </a:ext>
            </a:extLst>
          </p:cNvPr>
          <p:cNvSpPr txBox="1">
            <a:spLocks noChangeAspect="1"/>
          </p:cNvSpPr>
          <p:nvPr/>
        </p:nvSpPr>
        <p:spPr>
          <a:xfrm>
            <a:off x="3601777" y="1441938"/>
            <a:ext cx="11196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다    </a:t>
            </a:r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같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   이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0788473-DB5D-E4C9-95B3-3E26EE789D1E}"/>
              </a:ext>
            </a:extLst>
          </p:cNvPr>
          <p:cNvSpPr txBox="1">
            <a:spLocks noChangeAspect="1"/>
          </p:cNvSpPr>
          <p:nvPr/>
        </p:nvSpPr>
        <p:spPr>
          <a:xfrm>
            <a:off x="3601777" y="1774438"/>
            <a:ext cx="11196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찬양팀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C84181C-DEC3-4BD0-9028-96F1C0E0BBE3}"/>
              </a:ext>
            </a:extLst>
          </p:cNvPr>
          <p:cNvSpPr txBox="1">
            <a:spLocks noChangeAspect="1"/>
          </p:cNvSpPr>
          <p:nvPr/>
        </p:nvSpPr>
        <p:spPr>
          <a:xfrm>
            <a:off x="3597680" y="2565307"/>
            <a:ext cx="11196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집    </a:t>
            </a:r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례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   자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AB21073-6A1C-8BF5-FDDB-87ECD9380969}"/>
              </a:ext>
            </a:extLst>
          </p:cNvPr>
          <p:cNvSpPr txBox="1">
            <a:spLocks noChangeAspect="1"/>
          </p:cNvSpPr>
          <p:nvPr/>
        </p:nvSpPr>
        <p:spPr>
          <a:xfrm>
            <a:off x="3585863" y="3000845"/>
            <a:ext cx="11196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설교자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3BB87D8-4991-95F6-93EE-106BAD9DD5E1}"/>
              </a:ext>
            </a:extLst>
          </p:cNvPr>
          <p:cNvSpPr txBox="1">
            <a:spLocks noChangeAspect="1"/>
          </p:cNvSpPr>
          <p:nvPr/>
        </p:nvSpPr>
        <p:spPr>
          <a:xfrm>
            <a:off x="3597389" y="3847807"/>
            <a:ext cx="11196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다    </a:t>
            </a:r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같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   이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48039E1-3980-29BE-7B31-D31506BEEAEC}"/>
              </a:ext>
            </a:extLst>
          </p:cNvPr>
          <p:cNvSpPr txBox="1">
            <a:spLocks noChangeAspect="1"/>
          </p:cNvSpPr>
          <p:nvPr/>
        </p:nvSpPr>
        <p:spPr>
          <a:xfrm>
            <a:off x="892824" y="3313623"/>
            <a:ext cx="3301182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설교 제목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CC073DC-1C4E-BF06-F0BC-DED073074296}"/>
              </a:ext>
            </a:extLst>
          </p:cNvPr>
          <p:cNvSpPr txBox="1">
            <a:spLocks noChangeAspect="1"/>
          </p:cNvSpPr>
          <p:nvPr/>
        </p:nvSpPr>
        <p:spPr>
          <a:xfrm>
            <a:off x="398180" y="4200131"/>
            <a:ext cx="1119647" cy="27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*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축                 도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56FB502-92DA-6BDA-2927-82FF4AADB84C}"/>
              </a:ext>
            </a:extLst>
          </p:cNvPr>
          <p:cNvSpPr txBox="1">
            <a:spLocks noChangeAspect="1"/>
          </p:cNvSpPr>
          <p:nvPr/>
        </p:nvSpPr>
        <p:spPr>
          <a:xfrm>
            <a:off x="3597389" y="4213764"/>
            <a:ext cx="11196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집    </a:t>
            </a:r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례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   자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0A293117-E4BF-7B06-FE9B-465930DB9B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028" y="4313270"/>
            <a:ext cx="2090801" cy="38481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991DC07B-0022-71B3-84A5-7D30BAC63374}"/>
              </a:ext>
            </a:extLst>
          </p:cNvPr>
          <p:cNvSpPr txBox="1">
            <a:spLocks noChangeAspect="1"/>
          </p:cNvSpPr>
          <p:nvPr/>
        </p:nvSpPr>
        <p:spPr>
          <a:xfrm>
            <a:off x="362627" y="767730"/>
            <a:ext cx="9010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1</a:t>
            </a:r>
            <a:r>
              <a:rPr lang="ko-KR" altLang="en-US" sz="1200" b="1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부 </a:t>
            </a:r>
            <a:r>
              <a:rPr lang="en-US" altLang="ko-KR" sz="1200" b="1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/ </a:t>
            </a:r>
            <a:r>
              <a:rPr lang="ko-KR" altLang="en-US" sz="1200" b="1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예배</a:t>
            </a:r>
            <a:endParaRPr lang="en-US" altLang="ko-KR" sz="1200" b="1" dirty="0">
              <a:latin typeface="카카오 큰글씨" panose="00000500000000000000" pitchFamily="2" charset="-127"/>
              <a:ea typeface="카카오 큰글씨" panose="00000500000000000000" pitchFamily="2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9CEB82B-EE30-B6EF-2322-664D70E5E2F6}"/>
              </a:ext>
            </a:extLst>
          </p:cNvPr>
          <p:cNvSpPr txBox="1">
            <a:spLocks noChangeAspect="1"/>
          </p:cNvSpPr>
          <p:nvPr/>
        </p:nvSpPr>
        <p:spPr>
          <a:xfrm>
            <a:off x="367015" y="4701553"/>
            <a:ext cx="1339865" cy="27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ko-KR" sz="1200" b="1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2</a:t>
            </a:r>
            <a:r>
              <a:rPr lang="ko-KR" altLang="en-US" sz="1200" b="1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부</a:t>
            </a:r>
            <a:r>
              <a:rPr lang="en-US" altLang="ko-KR" sz="1200" b="1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/ </a:t>
            </a:r>
            <a:r>
              <a:rPr lang="ko-KR" altLang="en-US" sz="1200" b="1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광고 및 환영</a:t>
            </a:r>
            <a:endParaRPr lang="en-US" altLang="ko-KR" sz="1200" b="1" dirty="0">
              <a:latin typeface="카카오 큰글씨" panose="00000500000000000000" pitchFamily="2" charset="-127"/>
              <a:ea typeface="카카오 큰글씨" panose="00000500000000000000" pitchFamily="2" charset="-127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ACAF7E16-BD6B-37B8-F6E8-48A354527330}"/>
              </a:ext>
            </a:extLst>
          </p:cNvPr>
          <p:cNvSpPr/>
          <p:nvPr/>
        </p:nvSpPr>
        <p:spPr>
          <a:xfrm>
            <a:off x="415304" y="371298"/>
            <a:ext cx="684852" cy="235110"/>
          </a:xfrm>
          <a:prstGeom prst="rect">
            <a:avLst/>
          </a:prstGeom>
          <a:solidFill>
            <a:srgbClr val="46587A"/>
          </a:solidFill>
          <a:ln>
            <a:solidFill>
              <a:srgbClr val="4658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077A70E0-B7DB-037D-B57B-8B517BA49799}"/>
              </a:ext>
            </a:extLst>
          </p:cNvPr>
          <p:cNvSpPr/>
          <p:nvPr/>
        </p:nvSpPr>
        <p:spPr>
          <a:xfrm>
            <a:off x="442453" y="5332453"/>
            <a:ext cx="1021707" cy="198266"/>
          </a:xfrm>
          <a:prstGeom prst="rect">
            <a:avLst/>
          </a:prstGeom>
          <a:solidFill>
            <a:srgbClr val="46587A"/>
          </a:solidFill>
          <a:ln>
            <a:solidFill>
              <a:srgbClr val="4658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4EFCC87-B421-4D0E-00F6-73BCFB3C9E74}"/>
              </a:ext>
            </a:extLst>
          </p:cNvPr>
          <p:cNvSpPr txBox="1"/>
          <p:nvPr/>
        </p:nvSpPr>
        <p:spPr>
          <a:xfrm>
            <a:off x="362627" y="360680"/>
            <a:ext cx="2191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예배 순서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49E5275-FC84-5321-B8A8-7E470B8E357E}"/>
              </a:ext>
            </a:extLst>
          </p:cNvPr>
          <p:cNvSpPr txBox="1"/>
          <p:nvPr/>
        </p:nvSpPr>
        <p:spPr>
          <a:xfrm>
            <a:off x="397663" y="5304628"/>
            <a:ext cx="2191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10월 공동 기도 위원</a:t>
            </a:r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B58E06C5-4F2F-0CF4-1F68-D15391470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400" y="371298"/>
            <a:ext cx="4318000" cy="254000"/>
          </a:xfrm>
          <a:prstGeom prst="rect">
            <a:avLst/>
          </a:prstGeom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4EDA34BD-CC46-6061-753F-6426170F0A3B}"/>
              </a:ext>
            </a:extLst>
          </p:cNvPr>
          <p:cNvSpPr/>
          <p:nvPr/>
        </p:nvSpPr>
        <p:spPr>
          <a:xfrm>
            <a:off x="5360194" y="395288"/>
            <a:ext cx="635794" cy="211120"/>
          </a:xfrm>
          <a:prstGeom prst="rect">
            <a:avLst/>
          </a:prstGeom>
          <a:solidFill>
            <a:srgbClr val="46587A"/>
          </a:solidFill>
          <a:ln>
            <a:solidFill>
              <a:srgbClr val="4658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121ECF8-7A24-62EA-E5CF-119E4239024E}"/>
              </a:ext>
            </a:extLst>
          </p:cNvPr>
          <p:cNvSpPr txBox="1"/>
          <p:nvPr/>
        </p:nvSpPr>
        <p:spPr>
          <a:xfrm>
            <a:off x="5290775" y="364399"/>
            <a:ext cx="2191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오늘의 말씀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3C4062-3300-ECAD-0C55-26A497814026}"/>
              </a:ext>
            </a:extLst>
          </p:cNvPr>
          <p:cNvSpPr txBox="1"/>
          <p:nvPr/>
        </p:nvSpPr>
        <p:spPr>
          <a:xfrm>
            <a:off x="5406898" y="1258443"/>
            <a:ext cx="4445000" cy="542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lang="ko-KR" sz="1100" b="0" dirty="0">
                <a:solidFill>
                  <a:srgbClr val="000000"/>
                </a:solidFill>
                <a:latin typeface="카카오 큰글씨"/>
                <a:ea typeface="카카오 큰글씨"/>
                <a:cs typeface="카카오 큰글씨"/>
              </a:rPr>
              <a:t>1 본문을 불러와 주세요.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174D72-DAD8-24C7-27AB-411BE9538F8B}"/>
              </a:ext>
            </a:extLst>
          </p:cNvPr>
          <p:cNvSpPr txBox="1">
            <a:spLocks noChangeAspect="1"/>
          </p:cNvSpPr>
          <p:nvPr/>
        </p:nvSpPr>
        <p:spPr>
          <a:xfrm>
            <a:off x="1822002" y="2596610"/>
            <a:ext cx="1463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카카오 큰글씨" panose="00000500000000000000" pitchFamily="2" charset="-127"/>
                <a:ea typeface="카카오 큰글씨" panose="00000500000000000000" pitchFamily="2" charset="-127"/>
              </a:rPr>
              <a:t>요한복음 1:1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DAF8F20-CF88-8654-32DF-2ADDB79EA9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" r="82055" b="-2"/>
          <a:stretch>
            <a:fillRect/>
          </a:stretch>
        </p:blipFill>
        <p:spPr>
          <a:xfrm>
            <a:off x="1474515" y="2673941"/>
            <a:ext cx="445770" cy="45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11DE62-1B3F-3186-2CFF-96EC4B655C62}"/>
              </a:ext>
            </a:extLst>
          </p:cNvPr>
          <p:cNvSpPr txBox="1">
            <a:spLocks noChangeAspect="1"/>
          </p:cNvSpPr>
          <p:nvPr/>
        </p:nvSpPr>
        <p:spPr>
          <a:xfrm>
            <a:off x="397820" y="2172797"/>
            <a:ext cx="1149785" cy="27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봉헌기</a:t>
            </a:r>
            <a:r>
              <a:rPr lang="ko-KR" altLang="en-US" sz="1200" spc="300" dirty="0">
                <a:latin typeface="페이퍼로지 4 Regular" pitchFamily="2" charset="-127"/>
                <a:ea typeface="페이퍼로지 4 Regular" pitchFamily="2" charset="-127"/>
              </a:rPr>
              <a:t>도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BA9E72-4BDE-C907-99F4-A9F10CBFBF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929" y="2264656"/>
            <a:ext cx="2090801" cy="384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157900-6C85-9DC3-F018-9F6AB1D67A55}"/>
              </a:ext>
            </a:extLst>
          </p:cNvPr>
          <p:cNvSpPr txBox="1">
            <a:spLocks noChangeAspect="1"/>
          </p:cNvSpPr>
          <p:nvPr/>
        </p:nvSpPr>
        <p:spPr>
          <a:xfrm>
            <a:off x="3597029" y="2169281"/>
            <a:ext cx="11196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집    </a:t>
            </a:r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례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   자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886494-A26D-8893-A18C-AA4B414B5D88}"/>
              </a:ext>
            </a:extLst>
          </p:cNvPr>
          <p:cNvSpPr txBox="1"/>
          <p:nvPr/>
        </p:nvSpPr>
        <p:spPr>
          <a:xfrm>
            <a:off x="435310" y="5726676"/>
            <a:ext cx="5581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rPr>
              <a:t>9/13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A82FE2-E00C-69C1-E28C-F432A5C0CB8E}"/>
              </a:ext>
            </a:extLst>
          </p:cNvPr>
          <p:cNvSpPr txBox="1"/>
          <p:nvPr/>
        </p:nvSpPr>
        <p:spPr>
          <a:xfrm>
            <a:off x="949080" y="5729129"/>
            <a:ext cx="87510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 err="1">
                <a:latin typeface="카카오 큰글씨 ExtraBold" panose="00000800000000000000" pitchFamily="2" charset="-127"/>
                <a:ea typeface="카카오 큰글씨 ExtraBold" panose="00000800000000000000" pitchFamily="2" charset="-127"/>
              </a:rPr>
              <a:t/>
            </a:r>
          </a:p>
        </p:txBody>
      </p:sp>
      <p:cxnSp>
        <p:nvCxnSpPr>
          <p:cNvPr id="19" name="직선 연결선[R] 53">
            <a:extLst>
              <a:ext uri="{FF2B5EF4-FFF2-40B4-BE49-F238E27FC236}">
                <a16:creationId xmlns:a16="http://schemas.microsoft.com/office/drawing/2014/main" id="{98ED31B8-9EAB-1165-CFEF-D14A527E6005}"/>
              </a:ext>
            </a:extLst>
          </p:cNvPr>
          <p:cNvCxnSpPr/>
          <p:nvPr/>
        </p:nvCxnSpPr>
        <p:spPr>
          <a:xfrm>
            <a:off x="918125" y="5796648"/>
            <a:ext cx="0" cy="95794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98CEC83-05D0-E5A3-C6E3-7E0AB7D992E5}"/>
              </a:ext>
            </a:extLst>
          </p:cNvPr>
          <p:cNvSpPr txBox="1"/>
          <p:nvPr/>
        </p:nvSpPr>
        <p:spPr>
          <a:xfrm>
            <a:off x="1776282" y="5732897"/>
            <a:ext cx="5581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rPr>
              <a:t>9/20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F8B07C-94A3-1D8A-F3AA-E3FAEE872A25}"/>
              </a:ext>
            </a:extLst>
          </p:cNvPr>
          <p:cNvSpPr txBox="1"/>
          <p:nvPr/>
        </p:nvSpPr>
        <p:spPr>
          <a:xfrm>
            <a:off x="2299576" y="5732897"/>
            <a:ext cx="87510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 err="1">
                <a:latin typeface="카카오 큰글씨 ExtraBold" panose="00000800000000000000" pitchFamily="2" charset="-127"/>
                <a:ea typeface="카카오 큰글씨 ExtraBold" panose="00000800000000000000" pitchFamily="2" charset="-127"/>
              </a:rPr>
              <a:t/>
            </a:r>
          </a:p>
        </p:txBody>
      </p:sp>
      <p:cxnSp>
        <p:nvCxnSpPr>
          <p:cNvPr id="8" name="직선 연결선[R] 53">
            <a:extLst>
              <a:ext uri="{FF2B5EF4-FFF2-40B4-BE49-F238E27FC236}">
                <a16:creationId xmlns:a16="http://schemas.microsoft.com/office/drawing/2014/main" id="{6530958F-583E-BE26-8413-C2EFF2889B68}"/>
              </a:ext>
            </a:extLst>
          </p:cNvPr>
          <p:cNvCxnSpPr/>
          <p:nvPr/>
        </p:nvCxnSpPr>
        <p:spPr>
          <a:xfrm>
            <a:off x="2259096" y="5800416"/>
            <a:ext cx="0" cy="95794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43F0DD2-DCA1-7303-45D6-9D3FEA6C88A7}"/>
              </a:ext>
            </a:extLst>
          </p:cNvPr>
          <p:cNvSpPr txBox="1"/>
          <p:nvPr/>
        </p:nvSpPr>
        <p:spPr>
          <a:xfrm>
            <a:off x="432929" y="6016678"/>
            <a:ext cx="5581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rPr>
              <a:t>9/27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A5C57-DE1E-6AB9-F66D-2C18A289AB36}"/>
              </a:ext>
            </a:extLst>
          </p:cNvPr>
          <p:cNvSpPr txBox="1"/>
          <p:nvPr/>
        </p:nvSpPr>
        <p:spPr>
          <a:xfrm>
            <a:off x="949080" y="6016678"/>
            <a:ext cx="87510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카카오 큰글씨 ExtraBold" panose="00000800000000000000" pitchFamily="2" charset="-127"/>
                <a:ea typeface="카카오 큰글씨 ExtraBold" panose="00000800000000000000" pitchFamily="2" charset="-127"/>
              </a:rPr>
              <a:t/>
            </a:r>
          </a:p>
        </p:txBody>
      </p:sp>
      <p:cxnSp>
        <p:nvCxnSpPr>
          <p:cNvPr id="13" name="직선 연결선[R] 53">
            <a:extLst>
              <a:ext uri="{FF2B5EF4-FFF2-40B4-BE49-F238E27FC236}">
                <a16:creationId xmlns:a16="http://schemas.microsoft.com/office/drawing/2014/main" id="{CBAD71E6-0656-211B-4638-010D66762FAC}"/>
              </a:ext>
            </a:extLst>
          </p:cNvPr>
          <p:cNvCxnSpPr/>
          <p:nvPr/>
        </p:nvCxnSpPr>
        <p:spPr>
          <a:xfrm>
            <a:off x="918124" y="6084197"/>
            <a:ext cx="0" cy="95794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94E0EC85-F282-ED41-CA0E-A833BC35BC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" r="82055" b="-2"/>
          <a:stretch>
            <a:fillRect/>
          </a:stretch>
        </p:blipFill>
        <p:spPr>
          <a:xfrm>
            <a:off x="3200178" y="2684605"/>
            <a:ext cx="445770" cy="45719"/>
          </a:xfrm>
          <a:prstGeom prst="rect">
            <a:avLst/>
          </a:prstGeom>
        </p:spPr>
      </p:pic>
      <p:sp>
        <p:nvSpPr>
          <p:cNvPr id="2200" name="TextBox 2">
            <a:extLst>
              <a:ext uri="{FF2B5EF4-FFF2-40B4-BE49-F238E27FC236}">
                <a16:creationId xmlns:a16="http://schemas.microsoft.com/office/drawing/2014/main" id="{553C4062-3300-ECAD-0C55-26A497814026}"/>
              </a:ext>
            </a:extLst>
          </p:cNvPr>
          <p:cNvSpPr txBox="1"/>
          <p:nvPr/>
        </p:nvSpPr>
        <p:spPr>
          <a:xfrm>
            <a:off x="5406898" y="840994"/>
            <a:ext cx="431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dirty="0">
                <a:solidFill>
                  <a:srgbClr val="000000"/>
                </a:solidFill>
                <a:latin typeface="카카오 큰글씨"/>
                <a:ea typeface="카카오 큰글씨"/>
                <a:cs typeface="카카오 큰글씨"/>
              </a:rPr>
              <a:t>요한복음 1:1</a:t>
            </a:r>
          </a:p>
        </p:txBody>
      </p:sp>
    </p:spTree>
    <p:extLst>
      <p:ext uri="{BB962C8B-B14F-4D97-AF65-F5344CB8AC3E}">
        <p14:creationId xmlns:p14="http://schemas.microsoft.com/office/powerpoint/2010/main" val="3117472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</TotalTime>
  <Words>483</Words>
  <Application>Microsoft Office PowerPoint</Application>
  <PresentationFormat>A4 용지(210x297mm)</PresentationFormat>
  <Paragraphs>95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3" baseType="lpstr">
      <vt:lpstr>페이퍼로지 4 Regular</vt:lpstr>
      <vt:lpstr>a타이틀고딕1</vt:lpstr>
      <vt:lpstr>Calibri</vt:lpstr>
      <vt:lpstr>Calibri Light</vt:lpstr>
      <vt:lpstr>맑은 고딕</vt:lpstr>
      <vt:lpstr>카카오 큰글씨 ExtraBold</vt:lpstr>
      <vt:lpstr>카카오 큰글씨</vt:lpstr>
      <vt:lpstr>KoreanSWGI1R</vt:lpstr>
      <vt:lpstr>Arial</vt:lpstr>
      <vt:lpstr>SM3SEMyungJo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270</cp:revision>
  <cp:lastPrinted>2026-01-25T02:59:11Z</cp:lastPrinted>
  <dcterms:created xsi:type="dcterms:W3CDTF">2022-05-02T12:23:17Z</dcterms:created>
  <dcterms:modified xsi:type="dcterms:W3CDTF">2026-10-17T04:12:03Z</dcterms:modified>
  <cp:version/>
</cp:coreProperties>
</file>